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name and the one-line idea.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188720"/>
            <a:ext cx="1005840" cy="10058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14401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3774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 Your Brain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2918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smarter with AI. Type faster with practice.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Train Your Brain?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4754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B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learning platform where students pick their own study path, get help from a built-in AI, and build a useful skill: fast, accurate typing.</a:t>
            </a:r>
            <a:endParaRPr lang="en-US" sz="1800" dirty="0"/>
          </a:p>
          <a:p>
            <a:pPr indent="0" marL="0">
              <a:buNone/>
            </a:pPr>
            <a:r>
              <a:rPr lang="en-US" sz="800" dirty="0">
                <a:solidFill>
                  <a:srgbClr val="2B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B2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place to learn, practise and improve every day.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760720" y="1371600"/>
            <a:ext cx="2834640" cy="2926080"/>
          </a:xfrm>
          <a:prstGeom prst="roundRect">
            <a:avLst>
              <a:gd name="adj" fmla="val 6452"/>
            </a:avLst>
          </a:prstGeom>
          <a:solidFill>
            <a:srgbClr val="F3F1FF"/>
          </a:solidFill>
          <a:ln w="12700">
            <a:solidFill>
              <a:srgbClr val="F3F1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89320" y="1600200"/>
            <a:ext cx="502920" cy="502920"/>
          </a:xfrm>
          <a:prstGeom prst="ellipse">
            <a:avLst/>
          </a:prstGeom>
          <a:solidFill>
            <a:srgbClr val="4C3FBF"/>
          </a:solidFill>
          <a:ln w="12700">
            <a:solidFill>
              <a:srgbClr val="4C3FB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5050" y="1725930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675120" y="16002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989320" y="2258568"/>
            <a:ext cx="502920" cy="502920"/>
          </a:xfrm>
          <a:prstGeom prst="ellipse">
            <a:avLst/>
          </a:prstGeom>
          <a:solidFill>
            <a:srgbClr val="4C3FBF"/>
          </a:solidFill>
          <a:ln w="12700">
            <a:solidFill>
              <a:srgbClr val="4C3FB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050" y="2384298"/>
            <a:ext cx="251460" cy="2514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675120" y="225856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5989320" y="2916936"/>
            <a:ext cx="502920" cy="502920"/>
          </a:xfrm>
          <a:prstGeom prst="ellipse">
            <a:avLst/>
          </a:prstGeom>
          <a:solidFill>
            <a:srgbClr val="4C3FBF"/>
          </a:solidFill>
          <a:ln w="12700">
            <a:solidFill>
              <a:srgbClr val="4C3FBF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050" y="3042666"/>
            <a:ext cx="251460" cy="2514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675120" y="2916936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800" dirty="0"/>
          </a:p>
        </p:txBody>
      </p:sp>
      <p:sp>
        <p:nvSpPr>
          <p:cNvPr id="14" name="Shape 9"/>
          <p:cNvSpPr/>
          <p:nvPr/>
        </p:nvSpPr>
        <p:spPr>
          <a:xfrm>
            <a:off x="5989320" y="3575304"/>
            <a:ext cx="502920" cy="502920"/>
          </a:xfrm>
          <a:prstGeom prst="ellipse">
            <a:avLst/>
          </a:prstGeom>
          <a:solidFill>
            <a:srgbClr val="4C3FBF"/>
          </a:solidFill>
          <a:ln w="12700">
            <a:solidFill>
              <a:srgbClr val="4C3FBF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5050" y="3701034"/>
            <a:ext cx="251460" cy="25146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6675120" y="3575304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Typing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931920" cy="146304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E2DE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00200"/>
            <a:ext cx="640080" cy="640080"/>
          </a:xfrm>
          <a:prstGeom prst="ellipse">
            <a:avLst/>
          </a:prstGeom>
          <a:solidFill>
            <a:srgbClr val="4C3FBF"/>
          </a:solidFill>
          <a:ln w="12700">
            <a:solidFill>
              <a:srgbClr val="4C3FB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176022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1554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Login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19659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account so your progress and choices are saved.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663440" y="1371600"/>
            <a:ext cx="3931920" cy="146304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E2DEF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92040" y="1600200"/>
            <a:ext cx="640080" cy="640080"/>
          </a:xfrm>
          <a:prstGeom prst="ellipse">
            <a:avLst/>
          </a:prstGeom>
          <a:solidFill>
            <a:srgbClr val="4C3FBF"/>
          </a:solidFill>
          <a:ln w="12700">
            <a:solidFill>
              <a:srgbClr val="4C3FB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2060" y="176022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715000" y="1554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Choose Your Path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5715000" y="19659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your courses or study line and learn what matters to you.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48640" y="3017520"/>
            <a:ext cx="3931920" cy="146304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E2DEFA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77240" y="3246120"/>
            <a:ext cx="640080" cy="640080"/>
          </a:xfrm>
          <a:prstGeom prst="ellipse">
            <a:avLst/>
          </a:prstGeom>
          <a:solidFill>
            <a:srgbClr val="4C3FBF"/>
          </a:solidFill>
          <a:ln w="12700">
            <a:solidFill>
              <a:srgbClr val="4C3FB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340614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00200" y="3200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Built-in AI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1600200" y="36118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helper inside the app for answers, guidance and support.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4663440" y="3017520"/>
            <a:ext cx="3931920" cy="146304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E2DEFA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892040" y="3246120"/>
            <a:ext cx="640080" cy="640080"/>
          </a:xfrm>
          <a:prstGeom prst="ellipse">
            <a:avLst/>
          </a:prstGeom>
          <a:solidFill>
            <a:srgbClr val="4C3FBF"/>
          </a:solidFill>
          <a:ln w="12700">
            <a:solidFill>
              <a:srgbClr val="4C3FB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2060" y="340614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715000" y="3200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Typing Training</a:t>
            </a:r>
            <a:endParaRPr lang="en-US" sz="2000" dirty="0"/>
          </a:p>
        </p:txBody>
      </p:sp>
      <p:sp>
        <p:nvSpPr>
          <p:cNvPr id="22" name="Text 16"/>
          <p:cNvSpPr txBox="1"/>
          <p:nvPr/>
        </p:nvSpPr>
        <p:spPr>
          <a:xfrm>
            <a:off x="5715000" y="36118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typing courses to build speed and accuracy.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Journey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828800"/>
            <a:ext cx="822960" cy="822960"/>
          </a:xfrm>
          <a:prstGeom prst="ellipse">
            <a:avLst/>
          </a:prstGeom>
          <a:solidFill>
            <a:srgbClr val="4C3FBF"/>
          </a:solidFill>
          <a:ln w="12700">
            <a:solidFill>
              <a:srgbClr val="4C3FB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2034540"/>
            <a:ext cx="411480" cy="4114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77240" y="278892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8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2004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645920" y="2240280"/>
            <a:ext cx="640080" cy="0"/>
          </a:xfrm>
          <a:prstGeom prst="line">
            <a:avLst/>
          </a:prstGeom>
          <a:noFill/>
          <a:ln w="25400">
            <a:solidFill>
              <a:srgbClr val="B9B2F0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2423160" y="1828800"/>
            <a:ext cx="822960" cy="82296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900" y="203454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423160" y="278892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8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7"/>
          <p:cNvSpPr txBox="1"/>
          <p:nvPr/>
        </p:nvSpPr>
        <p:spPr>
          <a:xfrm>
            <a:off x="2103120" y="32004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course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3291840" y="2240280"/>
            <a:ext cx="640080" cy="0"/>
          </a:xfrm>
          <a:prstGeom prst="line">
            <a:avLst/>
          </a:prstGeom>
          <a:noFill/>
          <a:ln w="25400">
            <a:solidFill>
              <a:srgbClr val="B9B2F0"/>
            </a:solidFill>
            <a:prstDash val="solid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4069080" y="1828800"/>
            <a:ext cx="822960" cy="822960"/>
          </a:xfrm>
          <a:prstGeom prst="ellipse">
            <a:avLst/>
          </a:prstGeom>
          <a:solidFill>
            <a:srgbClr val="4C3FBF"/>
          </a:solidFill>
          <a:ln w="12700">
            <a:solidFill>
              <a:srgbClr val="4C3FBF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4820" y="203454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069080" y="278892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8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1"/>
          <p:cNvSpPr txBox="1"/>
          <p:nvPr/>
        </p:nvSpPr>
        <p:spPr>
          <a:xfrm>
            <a:off x="3749040" y="32004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with AI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4937760" y="2240280"/>
            <a:ext cx="640080" cy="0"/>
          </a:xfrm>
          <a:prstGeom prst="line">
            <a:avLst/>
          </a:prstGeom>
          <a:noFill/>
          <a:ln w="25400">
            <a:solidFill>
              <a:srgbClr val="B9B2F0"/>
            </a:solidFill>
            <a:prstDash val="solid"/>
            <a:tailEnd type="triangle"/>
          </a:ln>
        </p:spPr>
      </p:sp>
      <p:sp>
        <p:nvSpPr>
          <p:cNvPr id="18" name="Shape 13"/>
          <p:cNvSpPr/>
          <p:nvPr/>
        </p:nvSpPr>
        <p:spPr>
          <a:xfrm>
            <a:off x="5715000" y="1828800"/>
            <a:ext cx="822960" cy="82296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0740" y="2034540"/>
            <a:ext cx="411480" cy="41148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715000" y="278892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8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5"/>
          <p:cNvSpPr txBox="1"/>
          <p:nvPr/>
        </p:nvSpPr>
        <p:spPr>
          <a:xfrm>
            <a:off x="5394960" y="32004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Practise typing</a:t>
            </a:r>
            <a:endParaRPr lang="en-US" sz="1600" dirty="0"/>
          </a:p>
        </p:txBody>
      </p:sp>
      <p:sp>
        <p:nvSpPr>
          <p:cNvPr id="22" name="Shape 16"/>
          <p:cNvSpPr/>
          <p:nvPr/>
        </p:nvSpPr>
        <p:spPr>
          <a:xfrm>
            <a:off x="6583680" y="2240280"/>
            <a:ext cx="640080" cy="0"/>
          </a:xfrm>
          <a:prstGeom prst="line">
            <a:avLst/>
          </a:prstGeom>
          <a:noFill/>
          <a:ln w="25400">
            <a:solidFill>
              <a:srgbClr val="B9B2F0"/>
            </a:solidFill>
            <a:prstDash val="solid"/>
            <a:tailEnd type="triangle"/>
          </a:ln>
        </p:spPr>
      </p:sp>
      <p:sp>
        <p:nvSpPr>
          <p:cNvPr id="23" name="Shape 17"/>
          <p:cNvSpPr/>
          <p:nvPr/>
        </p:nvSpPr>
        <p:spPr>
          <a:xfrm>
            <a:off x="7360920" y="1828800"/>
            <a:ext cx="822960" cy="822960"/>
          </a:xfrm>
          <a:prstGeom prst="ellipse">
            <a:avLst/>
          </a:prstGeom>
          <a:solidFill>
            <a:srgbClr val="4C3FBF"/>
          </a:solidFill>
          <a:ln w="12700">
            <a:solidFill>
              <a:srgbClr val="4C3FBF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6660" y="2034540"/>
            <a:ext cx="411480" cy="41148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360920" y="278892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8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Text 19"/>
          <p:cNvSpPr txBox="1"/>
          <p:nvPr/>
        </p:nvSpPr>
        <p:spPr>
          <a:xfrm>
            <a:off x="7040880" y="32004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Inbuilt AI Assistant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188720" cy="118872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18516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286000" y="1463040"/>
            <a:ext cx="6309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doubts and get clear explanations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based on your chosen study line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available right inside the course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Typing Training Courses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606040" cy="2377440"/>
          </a:xfrm>
          <a:prstGeom prst="roundRect">
            <a:avLst>
              <a:gd name="adj" fmla="val 5769"/>
            </a:avLst>
          </a:prstGeom>
          <a:solidFill>
            <a:srgbClr val="F3F1FF"/>
          </a:solidFill>
          <a:ln w="12700">
            <a:solidFill>
              <a:srgbClr val="F3F1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737360"/>
            <a:ext cx="548640" cy="548640"/>
          </a:xfrm>
          <a:prstGeom prst="ellipse">
            <a:avLst/>
          </a:prstGeom>
          <a:solidFill>
            <a:srgbClr val="4C3FBF"/>
          </a:solidFill>
          <a:ln w="12700">
            <a:solidFill>
              <a:srgbClr val="4C3FB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7452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514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0175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faster with timed practice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337560" y="1463040"/>
            <a:ext cx="2606040" cy="2377440"/>
          </a:xfrm>
          <a:prstGeom prst="roundRect">
            <a:avLst>
              <a:gd name="adj" fmla="val 5769"/>
            </a:avLst>
          </a:prstGeom>
          <a:solidFill>
            <a:srgbClr val="F3F1FF"/>
          </a:solidFill>
          <a:ln w="12700">
            <a:solidFill>
              <a:srgbClr val="F3F1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11880" y="1737360"/>
            <a:ext cx="548640" cy="548640"/>
          </a:xfrm>
          <a:prstGeom prst="ellipse">
            <a:avLst/>
          </a:prstGeom>
          <a:solidFill>
            <a:srgbClr val="4C3FBF"/>
          </a:solidFill>
          <a:ln w="12700">
            <a:solidFill>
              <a:srgbClr val="4C3FB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187452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11880" y="2514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3611880" y="30175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mistakes lesson by lesson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126480" y="1463040"/>
            <a:ext cx="2606040" cy="2377440"/>
          </a:xfrm>
          <a:prstGeom prst="roundRect">
            <a:avLst>
              <a:gd name="adj" fmla="val 5769"/>
            </a:avLst>
          </a:prstGeom>
          <a:solidFill>
            <a:srgbClr val="F3F1FF"/>
          </a:solidFill>
          <a:ln w="12700">
            <a:solidFill>
              <a:srgbClr val="F3F1F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00800" y="1737360"/>
            <a:ext cx="548640" cy="548640"/>
          </a:xfrm>
          <a:prstGeom prst="ellipse">
            <a:avLst/>
          </a:prstGeom>
          <a:solidFill>
            <a:srgbClr val="4C3FBF"/>
          </a:solidFill>
          <a:ln w="12700">
            <a:solidFill>
              <a:srgbClr val="4C3FB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87452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400800" y="2514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Levels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6400800" y="30175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 to advanced courses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371600"/>
            <a:ext cx="914400" cy="91440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00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4688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3832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Your Brain  |  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Train Your Brain</dc:title>
  <dc:subject>PptxGenJS Presentation</dc:subject>
  <dc:creator>PptxGenJS</dc:creator>
  <cp:lastModifiedBy>PptxGenJS</cp:lastModifiedBy>
  <cp:revision>1</cp:revision>
  <dcterms:created xsi:type="dcterms:W3CDTF">2026-09-30T08:48:33Z</dcterms:created>
  <dcterms:modified xsi:type="dcterms:W3CDTF">2026-09-30T08:48:33Z</dcterms:modified>
</cp:coreProperties>
</file>